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2a5acebf056484c" /><Relationship Type="http://schemas.openxmlformats.org/officeDocument/2006/relationships/extended-properties" Target="/docProps/app.xml" Id="Ra02217b8699f4f21" /><Relationship Type="http://schemas.openxmlformats.org/officeDocument/2006/relationships/officeDocument" Target="/ppt/presentation.xml" Id="Rdab65f89fc0d47d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9ad0636cf749d8"/>
  </p:sldMasterIdLst>
  <p:notesMasterIdLst>
    <p:notesMasterId xmlns:r="http://schemas.openxmlformats.org/officeDocument/2006/relationships" r:id="Rba7ee5b9836f4b6c"/>
  </p:notesMasterIdLst>
  <p:sldIdLst>
    <p:sldId xmlns:r="http://schemas.openxmlformats.org/officeDocument/2006/relationships" id="256" r:id="Rfddc1003d6b64a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a38c18d07d84fc6" /><Relationship Type="http://schemas.openxmlformats.org/officeDocument/2006/relationships/slideMaster" Target="/ppt/slideMasters/slideMaster1.xml" Id="Ref9ad0636cf749d8" /><Relationship Type="http://schemas.openxmlformats.org/officeDocument/2006/relationships/notesMaster" Target="/ppt/notesMasters/notesMaster1.xml" Id="Rba7ee5b9836f4b6c" /><Relationship Type="http://schemas.openxmlformats.org/officeDocument/2006/relationships/presProps" Target="/ppt/presProps.xml" Id="R32a6a60f057b4af2" /><Relationship Type="http://schemas.openxmlformats.org/officeDocument/2006/relationships/tableStyles" Target="/ppt/tableStyles.xml" Id="Rc643dee128794e1e" /><Relationship Type="http://schemas.openxmlformats.org/officeDocument/2006/relationships/slide" Target="/ppt/slides/slide1.xml" Id="Rfddc1003d6b64a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bfc310480b48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d547a276314b79" /><Relationship Type="http://schemas.openxmlformats.org/officeDocument/2006/relationships/notesMaster" Target="/ppt/notesMasters/notesMaster1.xml" Id="Rb48f7f1aeb3f494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展示两类业务项目中，经过人工修改和调试Prompt后的自动质检结果，与标注员标注结果的一致率。四个实验组分别为：多图编辑Qwen3.5-27B为71%，多图编辑Gemma4-31B为76.29%，百万知识库Qwen3.5-27B为50.97%，百万知识库Qwen3.6-27B为61.40%。四组均低于80%，平均一致率为64.915%，最佳结果距离完全一致仍有23.71个百分点。因此本页用于说明当前自动质检方案仍需提升，而不是进行模型选型。柱状图及其数据均为PowerPoint原生可编辑对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用户提供的项目评测数据（2026-08-06）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8c53690ae749e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80dd05d7d647f5" /><Relationship Type="http://schemas.openxmlformats.org/officeDocument/2006/relationships/slideLayout" Target="/ppt/slideLayouts/slideLayout1.xml" Id="R1b92640504244d7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92640504244d7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ffcafd781b4b21" /><Relationship Type="http://schemas.openxmlformats.org/officeDocument/2006/relationships/chart" Target="/ppt/slides/charts/chart1.xml" Id="R4ee0c531418a4490" /><Relationship Type="http://schemas.openxmlformats.org/officeDocument/2006/relationships/notesSlide" Target="/ppt/notesSlides/notesSlide1.xml" Id="R35a4b4e125cb4aa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1"/>
        <c:ser>
          <c:idx val="0"/>
          <c:order val="0"/>
          <c:tx>
            <c:v>与标注员标注的一致率</c:v>
          </c:tx>
          <c:spPr>
            <a:solidFill xmlns:a="http://schemas.openxmlformats.org/drawingml/2006/main">
              <a:srgbClr val="3478F6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3478F6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72A3FF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8A39A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53C5BA"/>
              </a:solidFill>
            </c:spPr>
          </c:dPt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71.00%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76.29%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50.97%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/>
                      <a:t>61.40%</a:t>
                    </a:r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Lit>
              <c:ptCount val="4"/>
              <c:pt idx="0">
                <c:v>多图编辑
Qwen3.5-27B</c:v>
              </c:pt>
              <c:pt idx="1">
                <c:v>多图编辑
Gemma4-31B</c:v>
              </c:pt>
              <c:pt idx="2">
                <c:v>百万知识库
Qwen3.5-27B</c:v>
              </c:pt>
              <c:pt idx="3">
                <c:v>百万知识库
Qwen3.6-27B</c:v>
              </c:pt>
            </c:strLit>
          </c:cat>
          <c:val>
            <c:numLit>
              <c:formatCode>0.00%</c:formatCode>
              <c:ptCount val="4"/>
              <c:pt idx="0">
                <c:v>0.71</c:v>
              </c:pt>
              <c:pt idx="1">
                <c:v>0.7629</c:v>
              </c:pt>
              <c:pt idx="2">
                <c:v>0.5097</c:v>
              </c:pt>
              <c:pt idx="3">
                <c:v>0.614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75" b="1">
                  <a:solidFill>
                    <a:srgbClr val="13293D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C4D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3293D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E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6B7F93"/>
                    </a:solidFill>
                    <a:latin typeface="Microsoft YaHei"/>
                    <a:ea typeface="Microsoft YaHei"/>
                    <a:cs typeface="Microsoft YaHei"/>
                  </a:rPr>
                  <a:t>与标注员标注的一致率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6B7F9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0">
            <a:solidFill>
              <a:srgbClr val="FFFFF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B7F9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FE800C50-6885-4223-A8C2-CEA9EC3B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1163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329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3293D"/>
                </a:solidFill>
                <a:latin typeface="Microsoft YaHei"/>
                <a:ea typeface="Microsoft YaHei"/>
                <a:cs typeface="Microsoft YaHei"/>
              </a:rPr>
              <a:t>四组实验一致率均低于 80%，自动质检与人工标注仍有差距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4E2B6A0-CE50-480F-9F64-D0443188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09650"/>
            <a:ext cx="1116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B7F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B7F93"/>
                </a:solidFill>
                <a:latin typeface="Microsoft YaHei"/>
                <a:ea typeface="Microsoft YaHei"/>
                <a:cs typeface="Microsoft YaHei"/>
              </a:rPr>
              <a:t>不同项目、不同模型下，自动质检与标注员标注的一致率为 50.97%–76.29%</a:t>
            </a:r>
          </a:p>
        </p:txBody>
      </p:sp>
      <p:sp>
        <p:nvSpPr>
          <p:cNvPr id="3" name="chart-frame">
            <a:extLst xmlns:a="http://schemas.openxmlformats.org/drawingml/2006/main">
              <a:ext uri="{FF2B5EF4-FFF2-40B4-BE49-F238E27FC236}">
                <a16:creationId xmlns:a16="http://schemas.microsoft.com/office/drawing/2014/main" id="{CCFF0AAE-1DA2-4423-80F6-0BC80918F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7067550" cy="4762500"/>
          </a:xfrm>
          <a:prstGeom xmlns:a="http://schemas.openxmlformats.org/drawingml/2006/main" prst="roundRect">
            <a:avLst>
              <a:gd name="adj" fmla="val 2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C"/>
            </a:solidFill>
            <a:prstDash val="solid"/>
          </a:ln>
        </p:spPr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723900" y="1676400"/>
          <a:ext xmlns:a="http://schemas.openxmlformats.org/drawingml/2006/main" cx="6648450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ee0c531418a4490"/>
          </a:graphicData>
        </a:graphic>
      </p:graphicFrame>
      <p:sp>
        <p:nvSpPr>
          <p:cNvPr id="5" name="model-note">
            <a:extLst xmlns:a="http://schemas.openxmlformats.org/drawingml/2006/main">
              <a:ext uri="{FF2B5EF4-FFF2-40B4-BE49-F238E27FC236}">
                <a16:creationId xmlns:a16="http://schemas.microsoft.com/office/drawing/2014/main" id="{9B6E282E-CC49-4252-90DC-C30374CD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674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6B7F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B7F93"/>
                </a:solidFill>
                <a:latin typeface="Microsoft YaHei"/>
                <a:ea typeface="Microsoft YaHei"/>
                <a:cs typeface="Microsoft YaHei"/>
              </a:rPr>
              <a:t>蓝色：多图编辑｜绿色：百万知识库</a:t>
            </a:r>
          </a:p>
        </p:txBody>
      </p:sp>
      <p:sp>
        <p:nvSpPr>
          <p:cNvPr id="6" name="right-title">
            <a:extLst xmlns:a="http://schemas.openxmlformats.org/drawingml/2006/main">
              <a:ext uri="{FF2B5EF4-FFF2-40B4-BE49-F238E27FC236}">
                <a16:creationId xmlns:a16="http://schemas.microsoft.com/office/drawing/2014/main" id="{01C74CF1-2A99-4EDB-A914-B5B19DDCF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76400"/>
            <a:ext cx="342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329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3293D"/>
                </a:solidFill>
                <a:latin typeface="Microsoft YaHei"/>
                <a:ea typeface="Microsoft YaHei"/>
                <a:cs typeface="Microsoft YaHei"/>
              </a:rPr>
              <a:t>核心结论：当前能力仍需提升</a:t>
            </a:r>
          </a:p>
        </p:txBody>
      </p:sp>
      <p:sp>
        <p:nvSpPr>
          <p:cNvPr id="7" name="right-body">
            <a:extLst xmlns:a="http://schemas.openxmlformats.org/drawingml/2006/main">
              <a:ext uri="{FF2B5EF4-FFF2-40B4-BE49-F238E27FC236}">
                <a16:creationId xmlns:a16="http://schemas.microsoft.com/office/drawing/2014/main" id="{43779FD3-7BBC-4A16-B9FD-635156C9C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286000"/>
            <a:ext cx="3429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94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94158"/>
                </a:solidFill>
                <a:latin typeface="Microsoft YaHei"/>
                <a:ea typeface="Microsoft YaHei"/>
                <a:cs typeface="Microsoft YaHei"/>
              </a:rPr>
              <a:t>模型变化会带来一定波动，但四组结果都未超过80%。当前瓶颈不只是模型，还包括质检标准、Prompt设计、评估器组合与校准机制。</a:t>
            </a:r>
          </a:p>
        </p:txBody>
      </p:sp>
      <p:sp>
        <p:nvSpPr>
          <p:cNvPr id="8" name="stat-card-1">
            <a:extLst xmlns:a="http://schemas.openxmlformats.org/drawingml/2006/main">
              <a:ext uri="{FF2B5EF4-FFF2-40B4-BE49-F238E27FC236}">
                <a16:creationId xmlns:a16="http://schemas.microsoft.com/office/drawing/2014/main" id="{D9B38750-259E-42EC-9C76-3A3E7294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390900"/>
            <a:ext cx="1619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EEF4FF"/>
            </a:solidFill>
            <a:prstDash val="solid"/>
          </a:ln>
        </p:spPr>
      </p:sp>
      <p:sp>
        <p:nvSpPr>
          <p:cNvPr id="9" name="stat-1">
            <a:extLst xmlns:a="http://schemas.openxmlformats.org/drawingml/2006/main">
              <a:ext uri="{FF2B5EF4-FFF2-40B4-BE49-F238E27FC236}">
                <a16:creationId xmlns:a16="http://schemas.microsoft.com/office/drawing/2014/main" id="{AC697B95-4546-4135-8204-843FC7804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0045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478F6"/>
                </a:solidFill>
                <a:latin typeface="Microsoft YaHei"/>
                <a:ea typeface="Microsoft YaHei"/>
                <a:cs typeface="Microsoft YaHei"/>
              </a:rPr>
              <a:t>64.92%</a:t>
            </a:r>
          </a:p>
        </p:txBody>
      </p:sp>
      <p:sp>
        <p:nvSpPr>
          <p:cNvPr id="10" name="stat-1-label">
            <a:extLst xmlns:a="http://schemas.openxmlformats.org/drawingml/2006/main">
              <a:ext uri="{FF2B5EF4-FFF2-40B4-BE49-F238E27FC236}">
                <a16:creationId xmlns:a16="http://schemas.microsoft.com/office/drawing/2014/main" id="{A9FF0DB4-7F5B-4E53-BB81-82A665EE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57650"/>
            <a:ext cx="13525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94158"/>
                </a:solidFill>
                <a:latin typeface="Microsoft YaHei"/>
                <a:ea typeface="Microsoft YaHei"/>
                <a:cs typeface="Microsoft YaHei"/>
              </a:rPr>
              <a:t>四组实验</a:t>
            </a:r>
          </a:p>
          <a:p xmlns:a="http://schemas.openxmlformats.org/drawingml/2006/main">
            <a:pPr algn="ctr">
              <a:defRPr sz="1125" b="0">
                <a:solidFill>
                  <a:srgbClr val="294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94158"/>
                </a:solidFill>
                <a:latin typeface="Microsoft YaHei"/>
                <a:ea typeface="Microsoft YaHei"/>
                <a:cs typeface="Microsoft YaHei"/>
              </a:rPr>
              <a:t>平均一致率</a:t>
            </a:r>
          </a:p>
        </p:txBody>
      </p:sp>
      <p:sp>
        <p:nvSpPr>
          <p:cNvPr id="11" name="stat-card-2">
            <a:extLst xmlns:a="http://schemas.openxmlformats.org/drawingml/2006/main">
              <a:ext uri="{FF2B5EF4-FFF2-40B4-BE49-F238E27FC236}">
                <a16:creationId xmlns:a16="http://schemas.microsoft.com/office/drawing/2014/main" id="{2B040AB3-81AD-42B4-BA5B-A0895FD61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390900"/>
            <a:ext cx="16192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EAF8F6"/>
          </a:solidFill>
          <a:ln xmlns:a="http://schemas.openxmlformats.org/drawingml/2006/main" w="9525">
            <a:solidFill>
              <a:srgbClr val="EAF8F6"/>
            </a:solidFill>
            <a:prstDash val="solid"/>
          </a:ln>
        </p:spPr>
      </p:sp>
      <p:sp>
        <p:nvSpPr>
          <p:cNvPr id="12" name="stat-2">
            <a:extLst xmlns:a="http://schemas.openxmlformats.org/drawingml/2006/main">
              <a:ext uri="{FF2B5EF4-FFF2-40B4-BE49-F238E27FC236}">
                <a16:creationId xmlns:a16="http://schemas.microsoft.com/office/drawing/2014/main" id="{455041E7-63DC-4964-AE0B-784616D8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600450"/>
            <a:ext cx="1314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8A3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A39A"/>
                </a:solidFill>
                <a:latin typeface="Microsoft YaHei"/>
                <a:ea typeface="Microsoft YaHei"/>
                <a:cs typeface="Microsoft YaHei"/>
              </a:rPr>
              <a:t>23.71</a:t>
            </a:r>
          </a:p>
        </p:txBody>
      </p:sp>
      <p:sp>
        <p:nvSpPr>
          <p:cNvPr id="13" name="stat-2-label">
            <a:extLst xmlns:a="http://schemas.openxmlformats.org/drawingml/2006/main">
              <a:ext uri="{FF2B5EF4-FFF2-40B4-BE49-F238E27FC236}">
                <a16:creationId xmlns:a16="http://schemas.microsoft.com/office/drawing/2014/main" id="{28B0E536-9F01-4D0E-A6DB-B8B943E0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057650"/>
            <a:ext cx="13906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94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94158"/>
                </a:solidFill>
                <a:latin typeface="Microsoft YaHei"/>
                <a:ea typeface="Microsoft YaHei"/>
                <a:cs typeface="Microsoft YaHei"/>
              </a:rPr>
              <a:t>个百分点</a:t>
            </a:r>
          </a:p>
          <a:p xmlns:a="http://schemas.openxmlformats.org/drawingml/2006/main">
            <a:pPr algn="ctr">
              <a:defRPr sz="1125" b="0">
                <a:solidFill>
                  <a:srgbClr val="2941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294158"/>
                </a:solidFill>
                <a:latin typeface="Microsoft YaHei"/>
                <a:ea typeface="Microsoft YaHei"/>
                <a:cs typeface="Microsoft YaHei"/>
              </a:rPr>
              <a:t>最佳结果仍未一致</a:t>
            </a:r>
          </a:p>
        </p:txBody>
      </p:sp>
      <p:sp>
        <p:nvSpPr>
          <p:cNvPr id="14" name="footer">
            <a:extLst xmlns:a="http://schemas.openxmlformats.org/drawingml/2006/main">
              <a:ext uri="{FF2B5EF4-FFF2-40B4-BE49-F238E27FC236}">
                <a16:creationId xmlns:a16="http://schemas.microsoft.com/office/drawing/2014/main" id="{32BFCBCE-B694-44E1-BE19-6C6B4901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340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F9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B7F93"/>
                </a:solidFill>
                <a:latin typeface="Microsoft YaHei"/>
                <a:ea typeface="Microsoft YaHei"/>
                <a:cs typeface="Microsoft YaHei"/>
              </a:rPr>
              <a:t>注：结果用于说明当前自动质检方案与人工标注仍有差距，不用于比较模型的通用能力。</a:t>
            </a:r>
          </a:p>
        </p:txBody>
      </p:sp>
      <p:sp>
        <p:nvSpPr>
          <p:cNvPr id="15" name="page">
            <a:extLst xmlns:a="http://schemas.openxmlformats.org/drawingml/2006/main">
              <a:ext uri="{FF2B5EF4-FFF2-40B4-BE49-F238E27FC236}">
                <a16:creationId xmlns:a16="http://schemas.microsoft.com/office/drawing/2014/main" id="{E32CC56E-9504-4B15-AE01-93E2987B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19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91A0A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021055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2026-08-06T06:55:52.9760000Z</dcterms:created>
  <dcterms:modified xsi:type="dcterms:W3CDTF">2026-08-06T06:55:52.9760000Z</dcterms:modified>
</coreProperties>
</file>